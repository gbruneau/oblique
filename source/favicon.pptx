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A4FF"/>
    <a:srgbClr val="67AFFF"/>
    <a:srgbClr val="FF505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A86C-2802-46DD-AAB9-E0C8E1B12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3D8C8-A7A7-7EB9-D394-59263A180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D022E-DA88-E8EE-F380-6FFA53E4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D1A73-A2A7-34BC-B101-C8CD882D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876EB-D23F-6835-10F6-70E55E71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333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C8B6-39BA-B968-B31D-45808CCA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7E519-CA6B-E088-137B-C24D123CD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10583-6772-B5BF-6562-1CAAE584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B300C-3381-69B0-98B7-6F6C065B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45594-89D6-5AD7-6A15-456B33E5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260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ED82-C2B1-2B55-0B57-0FB9900B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7EABD-3A07-330D-C570-F6DD890F9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5B80E-67DE-C662-3BAF-C23F7248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944D7-DB0D-66EC-0F5B-CF36676B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8C9F1-6D6C-A060-EF49-7A63D7EB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9162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73B1-84A3-3D7B-3018-6A613978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F7CCD-3EF6-4186-E56C-69407EDD4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1DE5D-0FD5-7977-8BD8-9A968FC8E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AC6A4-B142-351B-A679-4B84C7AB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B3ACB-7E2F-6498-F4B4-712B2279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7378D-40AC-179A-C527-08048C8F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601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1D71-DDEB-45E5-78C4-89A32DF10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2CFD3-1F79-350D-541A-AAAFBF09E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513E1-8FB7-ABCE-B643-2F9635A05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40FD1-769A-EE55-3CF7-3417A6CC2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E5A85-8E78-5260-528C-F21D6C1B0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FD5E-B394-FE4C-FE81-F030D25C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3E1D96-2170-3F29-CB7D-72D58663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A2A00-A6BE-4BBA-1F74-FF345692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772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CF2F-752C-0EEC-93CD-F1A3420A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7552F1-D6F9-C697-2D44-853D5E33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4AF15-92BB-F3EC-6664-5BAB087A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86ED2-AC1A-BAE3-EB87-2C189FB6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042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617A1-6326-AF82-C52E-5AAF76067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7DDB4-F8C7-E86D-EABC-561C72CE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6116D-6E55-6FD2-6A2A-7C84213F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011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458A-7726-F037-50D8-2F88392A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1732-EC8D-A1C6-10B7-D62505F64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D3AFE-DD01-2D2A-F0AC-FCF38AF94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13545-DFE8-6319-E863-74E080BA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2F13D-01B5-BB4F-1134-6D7D880C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77BE3-DE41-A2CA-0BE8-483A9D36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147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CAA8-CA50-8226-7CCC-430850EB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83D19-649E-27CE-277A-FF12EF11B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3692C-8EB9-C2A8-840D-1777837EE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65EC7-64D5-0CEB-210D-63732927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02B88-A10A-3F05-EDE6-58812E1E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5BFBF-B97A-1F9D-5546-C5FB6B8D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359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5A0E-4F1B-A02E-F48A-54B8242C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3C931-D865-6C7A-F02B-7ABD10448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7102D-FE60-8A5F-88E2-3EE91766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7CEF7-7B47-D712-B71D-3E81E930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93AFB-D5E4-A31C-BF06-7FBF8951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387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0DA2D-1126-2A16-0433-684A6C762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A5C1F-BACB-747B-C18A-442CE1499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12643-575D-BC2D-C9E6-99C63C509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27E69-CEFB-A722-B025-70EAC84C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37A3C-A701-1A8B-EFF8-A4518EAD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5394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43B1C5-D485-D24B-27AB-1550F4A0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2164C-0E32-0925-015C-838A0A475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2B7E-F151-EB02-29E0-48AF2EFB5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BDC78E-9B03-45BC-8152-E78F501D116F}" type="datetimeFigureOut">
              <a:rPr lang="fr-CA" smtClean="0"/>
              <a:t>2026-01-01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4AF48-D11C-FF59-2B54-DD91F420E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A0489-8203-3674-A4D7-0A4C6B982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F6AE9-78D2-431E-BBCD-924868A55D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179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60467DE-07D0-8113-BF34-B33C027E23E7}"/>
              </a:ext>
            </a:extLst>
          </p:cNvPr>
          <p:cNvGrpSpPr/>
          <p:nvPr/>
        </p:nvGrpSpPr>
        <p:grpSpPr>
          <a:xfrm>
            <a:off x="8224575" y="1468567"/>
            <a:ext cx="1118471" cy="1806762"/>
            <a:chOff x="8224575" y="1468567"/>
            <a:chExt cx="1118471" cy="1806762"/>
          </a:xfrm>
        </p:grpSpPr>
        <p:sp>
          <p:nvSpPr>
            <p:cNvPr id="20" name="Graphic 8" descr="Brain with solid fill">
              <a:extLst>
                <a:ext uri="{FF2B5EF4-FFF2-40B4-BE49-F238E27FC236}">
                  <a16:creationId xmlns:a16="http://schemas.microsoft.com/office/drawing/2014/main" id="{794D2442-1362-7B92-79E8-E3C49AEFC861}"/>
                </a:ext>
              </a:extLst>
            </p:cNvPr>
            <p:cNvSpPr/>
            <p:nvPr/>
          </p:nvSpPr>
          <p:spPr>
            <a:xfrm>
              <a:off x="8378757" y="1781682"/>
              <a:ext cx="761725" cy="648873"/>
            </a:xfrm>
            <a:custGeom>
              <a:avLst/>
              <a:gdLst>
                <a:gd name="csX0" fmla="*/ 742246 w 761725"/>
                <a:gd name="csY0" fmla="*/ 392651 h 648873"/>
                <a:gd name="csX1" fmla="*/ 737484 w 761725"/>
                <a:gd name="csY1" fmla="*/ 260253 h 648873"/>
                <a:gd name="csX2" fmla="*/ 743199 w 761725"/>
                <a:gd name="csY2" fmla="*/ 225963 h 648873"/>
                <a:gd name="csX3" fmla="*/ 651759 w 761725"/>
                <a:gd name="csY3" fmla="*/ 115473 h 648873"/>
                <a:gd name="csX4" fmla="*/ 543174 w 761725"/>
                <a:gd name="csY4" fmla="*/ 38321 h 648873"/>
                <a:gd name="csX5" fmla="*/ 516504 w 761725"/>
                <a:gd name="csY5" fmla="*/ 41178 h 648873"/>
                <a:gd name="csX6" fmla="*/ 436494 w 761725"/>
                <a:gd name="csY6" fmla="*/ 221 h 648873"/>
                <a:gd name="csX7" fmla="*/ 351721 w 761725"/>
                <a:gd name="csY7" fmla="*/ 29748 h 648873"/>
                <a:gd name="csX8" fmla="*/ 251709 w 761725"/>
                <a:gd name="csY8" fmla="*/ 14508 h 648873"/>
                <a:gd name="csX9" fmla="*/ 178366 w 761725"/>
                <a:gd name="csY9" fmla="*/ 84993 h 648873"/>
                <a:gd name="csX10" fmla="*/ 171699 w 761725"/>
                <a:gd name="csY10" fmla="*/ 84993 h 648873"/>
                <a:gd name="csX11" fmla="*/ 57399 w 761725"/>
                <a:gd name="csY11" fmla="*/ 197388 h 648873"/>
                <a:gd name="csX12" fmla="*/ 57399 w 761725"/>
                <a:gd name="csY12" fmla="*/ 203103 h 648873"/>
                <a:gd name="csX13" fmla="*/ 249 w 761725"/>
                <a:gd name="csY13" fmla="*/ 308831 h 648873"/>
                <a:gd name="csX14" fmla="*/ 118359 w 761725"/>
                <a:gd name="csY14" fmla="*/ 413606 h 648873"/>
                <a:gd name="csX15" fmla="*/ 265996 w 761725"/>
                <a:gd name="csY15" fmla="*/ 413606 h 648873"/>
                <a:gd name="csX16" fmla="*/ 381249 w 761725"/>
                <a:gd name="csY16" fmla="*/ 526953 h 648873"/>
                <a:gd name="csX17" fmla="*/ 381249 w 761725"/>
                <a:gd name="csY17" fmla="*/ 648873 h 648873"/>
                <a:gd name="csX18" fmla="*/ 456496 w 761725"/>
                <a:gd name="csY18" fmla="*/ 648873 h 648873"/>
                <a:gd name="csX19" fmla="*/ 456496 w 761725"/>
                <a:gd name="csY19" fmla="*/ 563148 h 648873"/>
                <a:gd name="csX20" fmla="*/ 456496 w 761725"/>
                <a:gd name="csY20" fmla="*/ 550766 h 648873"/>
                <a:gd name="csX21" fmla="*/ 480309 w 761725"/>
                <a:gd name="csY21" fmla="*/ 442181 h 648873"/>
                <a:gd name="csX22" fmla="*/ 530791 w 761725"/>
                <a:gd name="csY22" fmla="*/ 399318 h 648873"/>
                <a:gd name="csX23" fmla="*/ 567939 w 761725"/>
                <a:gd name="csY23" fmla="*/ 367886 h 648873"/>
                <a:gd name="csX24" fmla="*/ 580321 w 761725"/>
                <a:gd name="csY24" fmla="*/ 345026 h 648873"/>
                <a:gd name="csX25" fmla="*/ 518409 w 761725"/>
                <a:gd name="csY25" fmla="*/ 337406 h 648873"/>
                <a:gd name="csX26" fmla="*/ 496501 w 761725"/>
                <a:gd name="csY26" fmla="*/ 321213 h 648873"/>
                <a:gd name="csX27" fmla="*/ 512694 w 761725"/>
                <a:gd name="csY27" fmla="*/ 299306 h 648873"/>
                <a:gd name="csX28" fmla="*/ 588894 w 761725"/>
                <a:gd name="csY28" fmla="*/ 307878 h 648873"/>
                <a:gd name="csX29" fmla="*/ 589846 w 761725"/>
                <a:gd name="csY29" fmla="*/ 300258 h 648873"/>
                <a:gd name="csX30" fmla="*/ 584131 w 761725"/>
                <a:gd name="csY30" fmla="*/ 255491 h 648873"/>
                <a:gd name="csX31" fmla="*/ 506026 w 761725"/>
                <a:gd name="csY31" fmla="*/ 193578 h 648873"/>
                <a:gd name="csX32" fmla="*/ 486976 w 761725"/>
                <a:gd name="csY32" fmla="*/ 187863 h 648873"/>
                <a:gd name="csX33" fmla="*/ 481261 w 761725"/>
                <a:gd name="csY33" fmla="*/ 185958 h 648873"/>
                <a:gd name="csX34" fmla="*/ 480309 w 761725"/>
                <a:gd name="csY34" fmla="*/ 185958 h 648873"/>
                <a:gd name="csX35" fmla="*/ 458401 w 761725"/>
                <a:gd name="csY35" fmla="*/ 191673 h 648873"/>
                <a:gd name="csX36" fmla="*/ 449829 w 761725"/>
                <a:gd name="csY36" fmla="*/ 193578 h 648873"/>
                <a:gd name="csX37" fmla="*/ 440304 w 761725"/>
                <a:gd name="csY37" fmla="*/ 195483 h 648873"/>
                <a:gd name="csX38" fmla="*/ 417444 w 761725"/>
                <a:gd name="csY38" fmla="*/ 265016 h 648873"/>
                <a:gd name="csX39" fmla="*/ 450781 w 761725"/>
                <a:gd name="csY39" fmla="*/ 329786 h 648873"/>
                <a:gd name="csX40" fmla="*/ 452686 w 761725"/>
                <a:gd name="csY40" fmla="*/ 356456 h 648873"/>
                <a:gd name="csX41" fmla="*/ 427921 w 761725"/>
                <a:gd name="csY41" fmla="*/ 358361 h 648873"/>
                <a:gd name="csX42" fmla="*/ 399346 w 761725"/>
                <a:gd name="csY42" fmla="*/ 323118 h 648873"/>
                <a:gd name="csX43" fmla="*/ 397441 w 761725"/>
                <a:gd name="csY43" fmla="*/ 323118 h 648873"/>
                <a:gd name="csX44" fmla="*/ 315526 w 761725"/>
                <a:gd name="csY44" fmla="*/ 297401 h 648873"/>
                <a:gd name="csX45" fmla="*/ 310764 w 761725"/>
                <a:gd name="csY45" fmla="*/ 271683 h 648873"/>
                <a:gd name="csX46" fmla="*/ 336481 w 761725"/>
                <a:gd name="csY46" fmla="*/ 265968 h 648873"/>
                <a:gd name="csX47" fmla="*/ 384106 w 761725"/>
                <a:gd name="csY47" fmla="*/ 282161 h 648873"/>
                <a:gd name="csX48" fmla="*/ 380296 w 761725"/>
                <a:gd name="csY48" fmla="*/ 266921 h 648873"/>
                <a:gd name="csX49" fmla="*/ 390774 w 761725"/>
                <a:gd name="csY49" fmla="*/ 205008 h 648873"/>
                <a:gd name="csX50" fmla="*/ 351721 w 761725"/>
                <a:gd name="csY50" fmla="*/ 207866 h 648873"/>
                <a:gd name="csX51" fmla="*/ 317431 w 761725"/>
                <a:gd name="csY51" fmla="*/ 205008 h 648873"/>
                <a:gd name="csX52" fmla="*/ 234564 w 761725"/>
                <a:gd name="csY52" fmla="*/ 257396 h 648873"/>
                <a:gd name="csX53" fmla="*/ 151696 w 761725"/>
                <a:gd name="csY53" fmla="*/ 353598 h 648873"/>
                <a:gd name="csX54" fmla="*/ 132646 w 761725"/>
                <a:gd name="csY54" fmla="*/ 372648 h 648873"/>
                <a:gd name="csX55" fmla="*/ 113596 w 761725"/>
                <a:gd name="csY55" fmla="*/ 353598 h 648873"/>
                <a:gd name="csX56" fmla="*/ 158364 w 761725"/>
                <a:gd name="csY56" fmla="*/ 261206 h 648873"/>
                <a:gd name="csX57" fmla="*/ 99309 w 761725"/>
                <a:gd name="csY57" fmla="*/ 231678 h 648873"/>
                <a:gd name="csX58" fmla="*/ 102166 w 761725"/>
                <a:gd name="csY58" fmla="*/ 205008 h 648873"/>
                <a:gd name="csX59" fmla="*/ 128836 w 761725"/>
                <a:gd name="csY59" fmla="*/ 206913 h 648873"/>
                <a:gd name="csX60" fmla="*/ 189796 w 761725"/>
                <a:gd name="csY60" fmla="*/ 224058 h 648873"/>
                <a:gd name="csX61" fmla="*/ 276474 w 761725"/>
                <a:gd name="csY61" fmla="*/ 191673 h 648873"/>
                <a:gd name="csX62" fmla="*/ 211704 w 761725"/>
                <a:gd name="csY62" fmla="*/ 132618 h 648873"/>
                <a:gd name="csX63" fmla="*/ 218371 w 761725"/>
                <a:gd name="csY63" fmla="*/ 106901 h 648873"/>
                <a:gd name="csX64" fmla="*/ 244089 w 761725"/>
                <a:gd name="csY64" fmla="*/ 113568 h 648873"/>
                <a:gd name="csX65" fmla="*/ 426969 w 761725"/>
                <a:gd name="csY65" fmla="*/ 157383 h 648873"/>
                <a:gd name="csX66" fmla="*/ 398394 w 761725"/>
                <a:gd name="csY66" fmla="*/ 84041 h 648873"/>
                <a:gd name="csX67" fmla="*/ 418396 w 761725"/>
                <a:gd name="csY67" fmla="*/ 65943 h 648873"/>
                <a:gd name="csX68" fmla="*/ 436494 w 761725"/>
                <a:gd name="csY68" fmla="*/ 85946 h 648873"/>
                <a:gd name="csX69" fmla="*/ 496501 w 761725"/>
                <a:gd name="csY69" fmla="*/ 148811 h 648873"/>
                <a:gd name="csX70" fmla="*/ 513646 w 761725"/>
                <a:gd name="csY70" fmla="*/ 153573 h 648873"/>
                <a:gd name="csX71" fmla="*/ 570796 w 761725"/>
                <a:gd name="csY71" fmla="*/ 104996 h 648873"/>
                <a:gd name="csX72" fmla="*/ 594609 w 761725"/>
                <a:gd name="csY72" fmla="*/ 119283 h 648873"/>
                <a:gd name="csX73" fmla="*/ 580321 w 761725"/>
                <a:gd name="csY73" fmla="*/ 143096 h 648873"/>
                <a:gd name="csX74" fmla="*/ 549842 w 761725"/>
                <a:gd name="csY74" fmla="*/ 167861 h 648873"/>
                <a:gd name="csX75" fmla="*/ 549842 w 761725"/>
                <a:gd name="csY75" fmla="*/ 169766 h 648873"/>
                <a:gd name="csX76" fmla="*/ 618421 w 761725"/>
                <a:gd name="csY76" fmla="*/ 240251 h 648873"/>
                <a:gd name="csX77" fmla="*/ 624136 w 761725"/>
                <a:gd name="csY77" fmla="*/ 263111 h 648873"/>
                <a:gd name="csX78" fmla="*/ 632709 w 761725"/>
                <a:gd name="csY78" fmla="*/ 251681 h 648873"/>
                <a:gd name="csX79" fmla="*/ 646044 w 761725"/>
                <a:gd name="csY79" fmla="*/ 206913 h 648873"/>
                <a:gd name="csX80" fmla="*/ 658426 w 761725"/>
                <a:gd name="csY80" fmla="*/ 191673 h 648873"/>
                <a:gd name="csX81" fmla="*/ 677476 w 761725"/>
                <a:gd name="csY81" fmla="*/ 195483 h 648873"/>
                <a:gd name="csX82" fmla="*/ 683192 w 761725"/>
                <a:gd name="csY82" fmla="*/ 214533 h 648873"/>
                <a:gd name="csX83" fmla="*/ 665094 w 761725"/>
                <a:gd name="csY83" fmla="*/ 269778 h 648873"/>
                <a:gd name="csX84" fmla="*/ 624136 w 761725"/>
                <a:gd name="csY84" fmla="*/ 308831 h 648873"/>
                <a:gd name="csX85" fmla="*/ 603181 w 761725"/>
                <a:gd name="csY85" fmla="*/ 377411 h 648873"/>
                <a:gd name="csX86" fmla="*/ 645092 w 761725"/>
                <a:gd name="csY86" fmla="*/ 413606 h 648873"/>
                <a:gd name="csX87" fmla="*/ 654617 w 761725"/>
                <a:gd name="csY87" fmla="*/ 430751 h 648873"/>
                <a:gd name="csX88" fmla="*/ 644139 w 761725"/>
                <a:gd name="csY88" fmla="*/ 446943 h 648873"/>
                <a:gd name="csX89" fmla="*/ 625089 w 761725"/>
                <a:gd name="csY89" fmla="*/ 445991 h 648873"/>
                <a:gd name="csX90" fmla="*/ 580321 w 761725"/>
                <a:gd name="csY90" fmla="*/ 407891 h 648873"/>
                <a:gd name="csX91" fmla="*/ 550794 w 761725"/>
                <a:gd name="csY91" fmla="*/ 429798 h 648873"/>
                <a:gd name="csX92" fmla="*/ 507931 w 761725"/>
                <a:gd name="csY92" fmla="*/ 465993 h 648873"/>
                <a:gd name="csX93" fmla="*/ 493644 w 761725"/>
                <a:gd name="csY93" fmla="*/ 549813 h 648873"/>
                <a:gd name="csX94" fmla="*/ 493644 w 761725"/>
                <a:gd name="csY94" fmla="*/ 563148 h 648873"/>
                <a:gd name="csX95" fmla="*/ 493644 w 761725"/>
                <a:gd name="csY95" fmla="*/ 648873 h 648873"/>
                <a:gd name="csX96" fmla="*/ 569844 w 761725"/>
                <a:gd name="csY96" fmla="*/ 648873 h 648873"/>
                <a:gd name="csX97" fmla="*/ 636519 w 761725"/>
                <a:gd name="csY97" fmla="*/ 516476 h 648873"/>
                <a:gd name="csX98" fmla="*/ 741294 w 761725"/>
                <a:gd name="csY98" fmla="*/ 405033 h 648873"/>
                <a:gd name="csX99" fmla="*/ 742246 w 761725"/>
                <a:gd name="csY99" fmla="*/ 392651 h 648873"/>
                <a:gd name="csX100" fmla="*/ 742246 w 761725"/>
                <a:gd name="csY100" fmla="*/ 392651 h 6488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</a:cxnLst>
              <a:rect l="l" t="t" r="r" b="b"/>
              <a:pathLst>
                <a:path w="761725" h="648873">
                  <a:moveTo>
                    <a:pt x="742246" y="392651"/>
                  </a:moveTo>
                  <a:cubicBezTo>
                    <a:pt x="769869" y="352646"/>
                    <a:pt x="767964" y="298353"/>
                    <a:pt x="737484" y="260253"/>
                  </a:cubicBezTo>
                  <a:cubicBezTo>
                    <a:pt x="741294" y="248823"/>
                    <a:pt x="743199" y="237393"/>
                    <a:pt x="743199" y="225963"/>
                  </a:cubicBezTo>
                  <a:cubicBezTo>
                    <a:pt x="743199" y="171671"/>
                    <a:pt x="704146" y="125951"/>
                    <a:pt x="651759" y="115473"/>
                  </a:cubicBezTo>
                  <a:cubicBezTo>
                    <a:pt x="635567" y="68801"/>
                    <a:pt x="592704" y="38321"/>
                    <a:pt x="543174" y="38321"/>
                  </a:cubicBezTo>
                  <a:cubicBezTo>
                    <a:pt x="534601" y="38321"/>
                    <a:pt x="525076" y="39273"/>
                    <a:pt x="516504" y="41178"/>
                  </a:cubicBezTo>
                  <a:cubicBezTo>
                    <a:pt x="496501" y="17366"/>
                    <a:pt x="466974" y="3078"/>
                    <a:pt x="436494" y="221"/>
                  </a:cubicBezTo>
                  <a:cubicBezTo>
                    <a:pt x="405061" y="-1684"/>
                    <a:pt x="374581" y="8793"/>
                    <a:pt x="351721" y="29748"/>
                  </a:cubicBezTo>
                  <a:cubicBezTo>
                    <a:pt x="322194" y="9746"/>
                    <a:pt x="285046" y="4031"/>
                    <a:pt x="251709" y="14508"/>
                  </a:cubicBezTo>
                  <a:cubicBezTo>
                    <a:pt x="217419" y="24986"/>
                    <a:pt x="190749" y="50703"/>
                    <a:pt x="178366" y="84993"/>
                  </a:cubicBezTo>
                  <a:cubicBezTo>
                    <a:pt x="176461" y="84993"/>
                    <a:pt x="173604" y="84993"/>
                    <a:pt x="171699" y="84993"/>
                  </a:cubicBezTo>
                  <a:cubicBezTo>
                    <a:pt x="108834" y="84993"/>
                    <a:pt x="58351" y="134523"/>
                    <a:pt x="57399" y="197388"/>
                  </a:cubicBezTo>
                  <a:cubicBezTo>
                    <a:pt x="57399" y="199293"/>
                    <a:pt x="57399" y="201198"/>
                    <a:pt x="57399" y="203103"/>
                  </a:cubicBezTo>
                  <a:cubicBezTo>
                    <a:pt x="19299" y="224058"/>
                    <a:pt x="-2609" y="265016"/>
                    <a:pt x="249" y="308831"/>
                  </a:cubicBezTo>
                  <a:cubicBezTo>
                    <a:pt x="4059" y="368838"/>
                    <a:pt x="57399" y="413606"/>
                    <a:pt x="118359" y="413606"/>
                  </a:cubicBezTo>
                  <a:lnTo>
                    <a:pt x="265996" y="413606"/>
                  </a:lnTo>
                  <a:cubicBezTo>
                    <a:pt x="328861" y="413606"/>
                    <a:pt x="380296" y="464088"/>
                    <a:pt x="381249" y="526953"/>
                  </a:cubicBezTo>
                  <a:lnTo>
                    <a:pt x="381249" y="648873"/>
                  </a:lnTo>
                  <a:lnTo>
                    <a:pt x="456496" y="648873"/>
                  </a:lnTo>
                  <a:lnTo>
                    <a:pt x="456496" y="563148"/>
                  </a:lnTo>
                  <a:cubicBezTo>
                    <a:pt x="456496" y="559338"/>
                    <a:pt x="456496" y="554576"/>
                    <a:pt x="456496" y="550766"/>
                  </a:cubicBezTo>
                  <a:cubicBezTo>
                    <a:pt x="456496" y="515523"/>
                    <a:pt x="455544" y="470756"/>
                    <a:pt x="480309" y="442181"/>
                  </a:cubicBezTo>
                  <a:cubicBezTo>
                    <a:pt x="495549" y="425988"/>
                    <a:pt x="512694" y="411701"/>
                    <a:pt x="530791" y="399318"/>
                  </a:cubicBezTo>
                  <a:cubicBezTo>
                    <a:pt x="545079" y="390746"/>
                    <a:pt x="557461" y="380268"/>
                    <a:pt x="567939" y="367886"/>
                  </a:cubicBezTo>
                  <a:cubicBezTo>
                    <a:pt x="572701" y="360266"/>
                    <a:pt x="577464" y="352646"/>
                    <a:pt x="580321" y="345026"/>
                  </a:cubicBezTo>
                  <a:cubicBezTo>
                    <a:pt x="560319" y="337406"/>
                    <a:pt x="539364" y="334548"/>
                    <a:pt x="518409" y="337406"/>
                  </a:cubicBezTo>
                  <a:cubicBezTo>
                    <a:pt x="507931" y="338358"/>
                    <a:pt x="498406" y="331691"/>
                    <a:pt x="496501" y="321213"/>
                  </a:cubicBezTo>
                  <a:cubicBezTo>
                    <a:pt x="495549" y="310736"/>
                    <a:pt x="502216" y="301211"/>
                    <a:pt x="512694" y="299306"/>
                  </a:cubicBezTo>
                  <a:cubicBezTo>
                    <a:pt x="538411" y="295496"/>
                    <a:pt x="564129" y="298353"/>
                    <a:pt x="588894" y="307878"/>
                  </a:cubicBezTo>
                  <a:cubicBezTo>
                    <a:pt x="588894" y="305021"/>
                    <a:pt x="588894" y="303116"/>
                    <a:pt x="589846" y="300258"/>
                  </a:cubicBezTo>
                  <a:cubicBezTo>
                    <a:pt x="590799" y="285018"/>
                    <a:pt x="588894" y="269778"/>
                    <a:pt x="584131" y="255491"/>
                  </a:cubicBezTo>
                  <a:cubicBezTo>
                    <a:pt x="570796" y="221201"/>
                    <a:pt x="537459" y="205961"/>
                    <a:pt x="506026" y="193578"/>
                  </a:cubicBezTo>
                  <a:cubicBezTo>
                    <a:pt x="500311" y="191673"/>
                    <a:pt x="494596" y="189768"/>
                    <a:pt x="486976" y="187863"/>
                  </a:cubicBezTo>
                  <a:lnTo>
                    <a:pt x="481261" y="185958"/>
                  </a:lnTo>
                  <a:lnTo>
                    <a:pt x="480309" y="185958"/>
                  </a:lnTo>
                  <a:cubicBezTo>
                    <a:pt x="472689" y="186911"/>
                    <a:pt x="466021" y="188816"/>
                    <a:pt x="458401" y="191673"/>
                  </a:cubicBezTo>
                  <a:lnTo>
                    <a:pt x="449829" y="193578"/>
                  </a:lnTo>
                  <a:lnTo>
                    <a:pt x="440304" y="195483"/>
                  </a:lnTo>
                  <a:cubicBezTo>
                    <a:pt x="424111" y="214533"/>
                    <a:pt x="415539" y="239298"/>
                    <a:pt x="417444" y="265016"/>
                  </a:cubicBezTo>
                  <a:cubicBezTo>
                    <a:pt x="419349" y="290733"/>
                    <a:pt x="431731" y="313593"/>
                    <a:pt x="450781" y="329786"/>
                  </a:cubicBezTo>
                  <a:cubicBezTo>
                    <a:pt x="458401" y="336453"/>
                    <a:pt x="458401" y="347883"/>
                    <a:pt x="452686" y="356456"/>
                  </a:cubicBezTo>
                  <a:cubicBezTo>
                    <a:pt x="446971" y="363123"/>
                    <a:pt x="435541" y="364076"/>
                    <a:pt x="427921" y="358361"/>
                  </a:cubicBezTo>
                  <a:cubicBezTo>
                    <a:pt x="416491" y="348836"/>
                    <a:pt x="406966" y="336453"/>
                    <a:pt x="399346" y="323118"/>
                  </a:cubicBezTo>
                  <a:lnTo>
                    <a:pt x="397441" y="323118"/>
                  </a:lnTo>
                  <a:cubicBezTo>
                    <a:pt x="370771" y="318356"/>
                    <a:pt x="340291" y="313593"/>
                    <a:pt x="315526" y="297401"/>
                  </a:cubicBezTo>
                  <a:cubicBezTo>
                    <a:pt x="306954" y="291686"/>
                    <a:pt x="305049" y="280256"/>
                    <a:pt x="310764" y="271683"/>
                  </a:cubicBezTo>
                  <a:cubicBezTo>
                    <a:pt x="316479" y="263111"/>
                    <a:pt x="327909" y="260253"/>
                    <a:pt x="336481" y="265968"/>
                  </a:cubicBezTo>
                  <a:cubicBezTo>
                    <a:pt x="350769" y="274541"/>
                    <a:pt x="366961" y="280256"/>
                    <a:pt x="384106" y="282161"/>
                  </a:cubicBezTo>
                  <a:cubicBezTo>
                    <a:pt x="382201" y="277398"/>
                    <a:pt x="381249" y="272636"/>
                    <a:pt x="380296" y="266921"/>
                  </a:cubicBezTo>
                  <a:cubicBezTo>
                    <a:pt x="378391" y="245966"/>
                    <a:pt x="382201" y="224058"/>
                    <a:pt x="390774" y="205008"/>
                  </a:cubicBezTo>
                  <a:cubicBezTo>
                    <a:pt x="377439" y="206913"/>
                    <a:pt x="365056" y="207866"/>
                    <a:pt x="351721" y="207866"/>
                  </a:cubicBezTo>
                  <a:cubicBezTo>
                    <a:pt x="340291" y="207866"/>
                    <a:pt x="328861" y="206913"/>
                    <a:pt x="317431" y="205008"/>
                  </a:cubicBezTo>
                  <a:cubicBezTo>
                    <a:pt x="296476" y="230726"/>
                    <a:pt x="266949" y="249776"/>
                    <a:pt x="234564" y="257396"/>
                  </a:cubicBezTo>
                  <a:cubicBezTo>
                    <a:pt x="191701" y="279303"/>
                    <a:pt x="151696" y="306926"/>
                    <a:pt x="151696" y="353598"/>
                  </a:cubicBezTo>
                  <a:cubicBezTo>
                    <a:pt x="151696" y="364076"/>
                    <a:pt x="143124" y="372648"/>
                    <a:pt x="132646" y="372648"/>
                  </a:cubicBezTo>
                  <a:cubicBezTo>
                    <a:pt x="122169" y="372648"/>
                    <a:pt x="113596" y="364076"/>
                    <a:pt x="113596" y="353598"/>
                  </a:cubicBezTo>
                  <a:cubicBezTo>
                    <a:pt x="114549" y="317403"/>
                    <a:pt x="130741" y="284066"/>
                    <a:pt x="158364" y="261206"/>
                  </a:cubicBezTo>
                  <a:cubicBezTo>
                    <a:pt x="135504" y="258348"/>
                    <a:pt x="114549" y="248823"/>
                    <a:pt x="99309" y="231678"/>
                  </a:cubicBezTo>
                  <a:cubicBezTo>
                    <a:pt x="92641" y="223106"/>
                    <a:pt x="94546" y="211676"/>
                    <a:pt x="102166" y="205008"/>
                  </a:cubicBezTo>
                  <a:cubicBezTo>
                    <a:pt x="109786" y="198341"/>
                    <a:pt x="122169" y="199293"/>
                    <a:pt x="128836" y="206913"/>
                  </a:cubicBezTo>
                  <a:cubicBezTo>
                    <a:pt x="136456" y="216438"/>
                    <a:pt x="158364" y="225011"/>
                    <a:pt x="189796" y="224058"/>
                  </a:cubicBezTo>
                  <a:cubicBezTo>
                    <a:pt x="221229" y="224058"/>
                    <a:pt x="252661" y="212628"/>
                    <a:pt x="276474" y="191673"/>
                  </a:cubicBezTo>
                  <a:cubicBezTo>
                    <a:pt x="248851" y="180243"/>
                    <a:pt x="225991" y="159288"/>
                    <a:pt x="211704" y="132618"/>
                  </a:cubicBezTo>
                  <a:cubicBezTo>
                    <a:pt x="205989" y="123093"/>
                    <a:pt x="209799" y="111663"/>
                    <a:pt x="218371" y="106901"/>
                  </a:cubicBezTo>
                  <a:cubicBezTo>
                    <a:pt x="227896" y="101186"/>
                    <a:pt x="239326" y="104996"/>
                    <a:pt x="244089" y="113568"/>
                  </a:cubicBezTo>
                  <a:cubicBezTo>
                    <a:pt x="272664" y="165003"/>
                    <a:pt x="332671" y="179291"/>
                    <a:pt x="426969" y="157383"/>
                  </a:cubicBezTo>
                  <a:cubicBezTo>
                    <a:pt x="409824" y="143096"/>
                    <a:pt x="397441" y="120236"/>
                    <a:pt x="398394" y="84041"/>
                  </a:cubicBezTo>
                  <a:cubicBezTo>
                    <a:pt x="398394" y="73563"/>
                    <a:pt x="407919" y="64991"/>
                    <a:pt x="418396" y="65943"/>
                  </a:cubicBezTo>
                  <a:cubicBezTo>
                    <a:pt x="428874" y="65943"/>
                    <a:pt x="437446" y="75468"/>
                    <a:pt x="436494" y="85946"/>
                  </a:cubicBezTo>
                  <a:cubicBezTo>
                    <a:pt x="434589" y="128808"/>
                    <a:pt x="458401" y="137381"/>
                    <a:pt x="496501" y="148811"/>
                  </a:cubicBezTo>
                  <a:cubicBezTo>
                    <a:pt x="502216" y="150716"/>
                    <a:pt x="507931" y="151668"/>
                    <a:pt x="513646" y="153573"/>
                  </a:cubicBezTo>
                  <a:cubicBezTo>
                    <a:pt x="524124" y="129761"/>
                    <a:pt x="545079" y="111663"/>
                    <a:pt x="570796" y="104996"/>
                  </a:cubicBezTo>
                  <a:cubicBezTo>
                    <a:pt x="581274" y="102138"/>
                    <a:pt x="591751" y="108806"/>
                    <a:pt x="594609" y="119283"/>
                  </a:cubicBezTo>
                  <a:cubicBezTo>
                    <a:pt x="597467" y="129761"/>
                    <a:pt x="590799" y="140238"/>
                    <a:pt x="580321" y="143096"/>
                  </a:cubicBezTo>
                  <a:cubicBezTo>
                    <a:pt x="566986" y="146906"/>
                    <a:pt x="556509" y="155478"/>
                    <a:pt x="549842" y="167861"/>
                  </a:cubicBezTo>
                  <a:cubicBezTo>
                    <a:pt x="549842" y="168813"/>
                    <a:pt x="549842" y="168813"/>
                    <a:pt x="549842" y="169766"/>
                  </a:cubicBezTo>
                  <a:cubicBezTo>
                    <a:pt x="579369" y="184053"/>
                    <a:pt x="605086" y="205008"/>
                    <a:pt x="618421" y="240251"/>
                  </a:cubicBezTo>
                  <a:cubicBezTo>
                    <a:pt x="621279" y="247871"/>
                    <a:pt x="623184" y="255491"/>
                    <a:pt x="624136" y="263111"/>
                  </a:cubicBezTo>
                  <a:cubicBezTo>
                    <a:pt x="627946" y="260253"/>
                    <a:pt x="630804" y="256443"/>
                    <a:pt x="632709" y="251681"/>
                  </a:cubicBezTo>
                  <a:cubicBezTo>
                    <a:pt x="639376" y="237393"/>
                    <a:pt x="644139" y="223106"/>
                    <a:pt x="646044" y="206913"/>
                  </a:cubicBezTo>
                  <a:cubicBezTo>
                    <a:pt x="646996" y="200246"/>
                    <a:pt x="651759" y="194531"/>
                    <a:pt x="658426" y="191673"/>
                  </a:cubicBezTo>
                  <a:cubicBezTo>
                    <a:pt x="665094" y="188816"/>
                    <a:pt x="672714" y="190721"/>
                    <a:pt x="677476" y="195483"/>
                  </a:cubicBezTo>
                  <a:cubicBezTo>
                    <a:pt x="683192" y="200246"/>
                    <a:pt x="685096" y="206913"/>
                    <a:pt x="683192" y="214533"/>
                  </a:cubicBezTo>
                  <a:cubicBezTo>
                    <a:pt x="680334" y="233583"/>
                    <a:pt x="674619" y="252633"/>
                    <a:pt x="665094" y="269778"/>
                  </a:cubicBezTo>
                  <a:cubicBezTo>
                    <a:pt x="655569" y="285971"/>
                    <a:pt x="641281" y="299306"/>
                    <a:pt x="624136" y="308831"/>
                  </a:cubicBezTo>
                  <a:cubicBezTo>
                    <a:pt x="622231" y="332643"/>
                    <a:pt x="614611" y="356456"/>
                    <a:pt x="603181" y="377411"/>
                  </a:cubicBezTo>
                  <a:cubicBezTo>
                    <a:pt x="615564" y="391698"/>
                    <a:pt x="628899" y="404081"/>
                    <a:pt x="645092" y="413606"/>
                  </a:cubicBezTo>
                  <a:cubicBezTo>
                    <a:pt x="650806" y="417416"/>
                    <a:pt x="654617" y="424083"/>
                    <a:pt x="654617" y="430751"/>
                  </a:cubicBezTo>
                  <a:cubicBezTo>
                    <a:pt x="654617" y="437418"/>
                    <a:pt x="650806" y="444086"/>
                    <a:pt x="644139" y="446943"/>
                  </a:cubicBezTo>
                  <a:cubicBezTo>
                    <a:pt x="637471" y="449801"/>
                    <a:pt x="630804" y="449801"/>
                    <a:pt x="625089" y="445991"/>
                  </a:cubicBezTo>
                  <a:cubicBezTo>
                    <a:pt x="608896" y="435513"/>
                    <a:pt x="593656" y="422178"/>
                    <a:pt x="580321" y="407891"/>
                  </a:cubicBezTo>
                  <a:cubicBezTo>
                    <a:pt x="570796" y="415511"/>
                    <a:pt x="560319" y="423131"/>
                    <a:pt x="550794" y="429798"/>
                  </a:cubicBezTo>
                  <a:cubicBezTo>
                    <a:pt x="534601" y="440276"/>
                    <a:pt x="520314" y="451706"/>
                    <a:pt x="507931" y="465993"/>
                  </a:cubicBezTo>
                  <a:cubicBezTo>
                    <a:pt x="492691" y="484091"/>
                    <a:pt x="493644" y="519333"/>
                    <a:pt x="493644" y="549813"/>
                  </a:cubicBezTo>
                  <a:cubicBezTo>
                    <a:pt x="493644" y="554576"/>
                    <a:pt x="493644" y="558386"/>
                    <a:pt x="493644" y="563148"/>
                  </a:cubicBezTo>
                  <a:lnTo>
                    <a:pt x="493644" y="648873"/>
                  </a:lnTo>
                  <a:lnTo>
                    <a:pt x="569844" y="648873"/>
                  </a:lnTo>
                  <a:cubicBezTo>
                    <a:pt x="569844" y="525048"/>
                    <a:pt x="628899" y="518381"/>
                    <a:pt x="636519" y="516476"/>
                  </a:cubicBezTo>
                  <a:cubicBezTo>
                    <a:pt x="661284" y="509808"/>
                    <a:pt x="727006" y="475518"/>
                    <a:pt x="741294" y="405033"/>
                  </a:cubicBezTo>
                  <a:cubicBezTo>
                    <a:pt x="743199" y="401223"/>
                    <a:pt x="742246" y="396461"/>
                    <a:pt x="742246" y="392651"/>
                  </a:cubicBezTo>
                  <a:cubicBezTo>
                    <a:pt x="741294" y="392651"/>
                    <a:pt x="741294" y="392651"/>
                    <a:pt x="742246" y="39265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8600">
                  <a:srgbClr val="FF5050"/>
                </a:gs>
                <a:gs pos="100000">
                  <a:srgbClr val="FF6699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849250E-23DD-7235-1DDB-C353587B6EA5}"/>
                </a:ext>
              </a:extLst>
            </p:cNvPr>
            <p:cNvSpPr/>
            <p:nvPr/>
          </p:nvSpPr>
          <p:spPr>
            <a:xfrm>
              <a:off x="8224575" y="1468567"/>
              <a:ext cx="1118471" cy="1806762"/>
            </a:xfrm>
            <a:custGeom>
              <a:avLst/>
              <a:gdLst>
                <a:gd name="csX0" fmla="*/ 185737 w 495300"/>
                <a:gd name="csY0" fmla="*/ 742950 h 800100"/>
                <a:gd name="csX1" fmla="*/ 309562 w 495300"/>
                <a:gd name="csY1" fmla="*/ 742950 h 800100"/>
                <a:gd name="csX2" fmla="*/ 247650 w 495300"/>
                <a:gd name="csY2" fmla="*/ 800100 h 800100"/>
                <a:gd name="csX3" fmla="*/ 185737 w 495300"/>
                <a:gd name="csY3" fmla="*/ 742950 h 800100"/>
                <a:gd name="csX4" fmla="*/ 152400 w 495300"/>
                <a:gd name="csY4" fmla="*/ 647700 h 800100"/>
                <a:gd name="csX5" fmla="*/ 342900 w 495300"/>
                <a:gd name="csY5" fmla="*/ 647700 h 800100"/>
                <a:gd name="csX6" fmla="*/ 371475 w 495300"/>
                <a:gd name="csY6" fmla="*/ 676275 h 800100"/>
                <a:gd name="csX7" fmla="*/ 342900 w 495300"/>
                <a:gd name="csY7" fmla="*/ 704850 h 800100"/>
                <a:gd name="csX8" fmla="*/ 152400 w 495300"/>
                <a:gd name="csY8" fmla="*/ 704850 h 800100"/>
                <a:gd name="csX9" fmla="*/ 123825 w 495300"/>
                <a:gd name="csY9" fmla="*/ 676275 h 800100"/>
                <a:gd name="csX10" fmla="*/ 152400 w 495300"/>
                <a:gd name="csY10" fmla="*/ 647700 h 800100"/>
                <a:gd name="csX11" fmla="*/ 152400 w 495300"/>
                <a:gd name="csY11" fmla="*/ 552450 h 800100"/>
                <a:gd name="csX12" fmla="*/ 342900 w 495300"/>
                <a:gd name="csY12" fmla="*/ 552450 h 800100"/>
                <a:gd name="csX13" fmla="*/ 371475 w 495300"/>
                <a:gd name="csY13" fmla="*/ 581025 h 800100"/>
                <a:gd name="csX14" fmla="*/ 342900 w 495300"/>
                <a:gd name="csY14" fmla="*/ 609600 h 800100"/>
                <a:gd name="csX15" fmla="*/ 152400 w 495300"/>
                <a:gd name="csY15" fmla="*/ 609600 h 800100"/>
                <a:gd name="csX16" fmla="*/ 123825 w 495300"/>
                <a:gd name="csY16" fmla="*/ 581025 h 800100"/>
                <a:gd name="csX17" fmla="*/ 152400 w 495300"/>
                <a:gd name="csY17" fmla="*/ 552450 h 800100"/>
                <a:gd name="csX18" fmla="*/ 248602 w 495300"/>
                <a:gd name="csY18" fmla="*/ 56197 h 800100"/>
                <a:gd name="csX19" fmla="*/ 58103 w 495300"/>
                <a:gd name="csY19" fmla="*/ 244793 h 800100"/>
                <a:gd name="csX20" fmla="*/ 58103 w 495300"/>
                <a:gd name="csY20" fmla="*/ 252413 h 800100"/>
                <a:gd name="csX21" fmla="*/ 71438 w 495300"/>
                <a:gd name="csY21" fmla="*/ 319088 h 800100"/>
                <a:gd name="csX22" fmla="*/ 103823 w 495300"/>
                <a:gd name="csY22" fmla="*/ 371475 h 800100"/>
                <a:gd name="csX23" fmla="*/ 159068 w 495300"/>
                <a:gd name="csY23" fmla="*/ 457200 h 800100"/>
                <a:gd name="csX24" fmla="*/ 247650 w 495300"/>
                <a:gd name="csY24" fmla="*/ 457200 h 800100"/>
                <a:gd name="csX25" fmla="*/ 337185 w 495300"/>
                <a:gd name="csY25" fmla="*/ 457200 h 800100"/>
                <a:gd name="csX26" fmla="*/ 392430 w 495300"/>
                <a:gd name="csY26" fmla="*/ 371475 h 800100"/>
                <a:gd name="csX27" fmla="*/ 424815 w 495300"/>
                <a:gd name="csY27" fmla="*/ 319088 h 800100"/>
                <a:gd name="csX28" fmla="*/ 438150 w 495300"/>
                <a:gd name="csY28" fmla="*/ 252413 h 800100"/>
                <a:gd name="csX29" fmla="*/ 439103 w 495300"/>
                <a:gd name="csY29" fmla="*/ 252413 h 800100"/>
                <a:gd name="csX30" fmla="*/ 439103 w 495300"/>
                <a:gd name="csY30" fmla="*/ 244793 h 800100"/>
                <a:gd name="csX31" fmla="*/ 248602 w 495300"/>
                <a:gd name="csY31" fmla="*/ 56197 h 800100"/>
                <a:gd name="csX32" fmla="*/ 247650 w 495300"/>
                <a:gd name="csY32" fmla="*/ 0 h 800100"/>
                <a:gd name="csX33" fmla="*/ 495300 w 495300"/>
                <a:gd name="csY33" fmla="*/ 244793 h 800100"/>
                <a:gd name="csX34" fmla="*/ 495300 w 495300"/>
                <a:gd name="csY34" fmla="*/ 253365 h 800100"/>
                <a:gd name="csX35" fmla="*/ 478155 w 495300"/>
                <a:gd name="csY35" fmla="*/ 339090 h 800100"/>
                <a:gd name="csX36" fmla="*/ 435292 w 495300"/>
                <a:gd name="csY36" fmla="*/ 409575 h 800100"/>
                <a:gd name="csX37" fmla="*/ 377190 w 495300"/>
                <a:gd name="csY37" fmla="*/ 503873 h 800100"/>
                <a:gd name="csX38" fmla="*/ 360045 w 495300"/>
                <a:gd name="csY38" fmla="*/ 514350 h 800100"/>
                <a:gd name="csX39" fmla="*/ 135255 w 495300"/>
                <a:gd name="csY39" fmla="*/ 514350 h 800100"/>
                <a:gd name="csX40" fmla="*/ 118110 w 495300"/>
                <a:gd name="csY40" fmla="*/ 503873 h 800100"/>
                <a:gd name="csX41" fmla="*/ 60007 w 495300"/>
                <a:gd name="csY41" fmla="*/ 409575 h 800100"/>
                <a:gd name="csX42" fmla="*/ 17145 w 495300"/>
                <a:gd name="csY42" fmla="*/ 339090 h 800100"/>
                <a:gd name="csX43" fmla="*/ 0 w 495300"/>
                <a:gd name="csY43" fmla="*/ 253365 h 800100"/>
                <a:gd name="csX44" fmla="*/ 0 w 495300"/>
                <a:gd name="csY44" fmla="*/ 244793 h 800100"/>
                <a:gd name="csX45" fmla="*/ 247650 w 495300"/>
                <a:gd name="csY45" fmla="*/ 0 h 800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495300" h="800100">
                  <a:moveTo>
                    <a:pt x="185737" y="742950"/>
                  </a:moveTo>
                  <a:lnTo>
                    <a:pt x="309562" y="742950"/>
                  </a:lnTo>
                  <a:cubicBezTo>
                    <a:pt x="306705" y="775335"/>
                    <a:pt x="280035" y="800100"/>
                    <a:pt x="247650" y="800100"/>
                  </a:cubicBezTo>
                  <a:cubicBezTo>
                    <a:pt x="215264" y="800100"/>
                    <a:pt x="188594" y="775335"/>
                    <a:pt x="185737" y="742950"/>
                  </a:cubicBezTo>
                  <a:close/>
                  <a:moveTo>
                    <a:pt x="152400" y="647700"/>
                  </a:moveTo>
                  <a:lnTo>
                    <a:pt x="342900" y="647700"/>
                  </a:lnTo>
                  <a:cubicBezTo>
                    <a:pt x="359093" y="647700"/>
                    <a:pt x="371475" y="660083"/>
                    <a:pt x="371475" y="676275"/>
                  </a:cubicBezTo>
                  <a:cubicBezTo>
                    <a:pt x="371475" y="692467"/>
                    <a:pt x="359093" y="704850"/>
                    <a:pt x="342900" y="704850"/>
                  </a:cubicBezTo>
                  <a:lnTo>
                    <a:pt x="152400" y="704850"/>
                  </a:lnTo>
                  <a:cubicBezTo>
                    <a:pt x="136207" y="704850"/>
                    <a:pt x="123825" y="692467"/>
                    <a:pt x="123825" y="676275"/>
                  </a:cubicBezTo>
                  <a:cubicBezTo>
                    <a:pt x="123825" y="660083"/>
                    <a:pt x="136207" y="647700"/>
                    <a:pt x="152400" y="647700"/>
                  </a:cubicBezTo>
                  <a:close/>
                  <a:moveTo>
                    <a:pt x="152400" y="552450"/>
                  </a:moveTo>
                  <a:lnTo>
                    <a:pt x="342900" y="552450"/>
                  </a:lnTo>
                  <a:cubicBezTo>
                    <a:pt x="359093" y="552450"/>
                    <a:pt x="371475" y="564833"/>
                    <a:pt x="371475" y="581025"/>
                  </a:cubicBezTo>
                  <a:cubicBezTo>
                    <a:pt x="371475" y="597217"/>
                    <a:pt x="359093" y="609600"/>
                    <a:pt x="342900" y="609600"/>
                  </a:cubicBezTo>
                  <a:lnTo>
                    <a:pt x="152400" y="609600"/>
                  </a:lnTo>
                  <a:cubicBezTo>
                    <a:pt x="136207" y="609600"/>
                    <a:pt x="123825" y="597217"/>
                    <a:pt x="123825" y="581025"/>
                  </a:cubicBezTo>
                  <a:cubicBezTo>
                    <a:pt x="123825" y="564833"/>
                    <a:pt x="136207" y="552450"/>
                    <a:pt x="152400" y="552450"/>
                  </a:cubicBezTo>
                  <a:close/>
                  <a:moveTo>
                    <a:pt x="248602" y="56197"/>
                  </a:moveTo>
                  <a:cubicBezTo>
                    <a:pt x="144780" y="57150"/>
                    <a:pt x="60007" y="140970"/>
                    <a:pt x="58103" y="244793"/>
                  </a:cubicBezTo>
                  <a:lnTo>
                    <a:pt x="58103" y="252413"/>
                  </a:lnTo>
                  <a:cubicBezTo>
                    <a:pt x="59055" y="275273"/>
                    <a:pt x="62865" y="298133"/>
                    <a:pt x="71438" y="319088"/>
                  </a:cubicBezTo>
                  <a:cubicBezTo>
                    <a:pt x="79057" y="338138"/>
                    <a:pt x="90488" y="356235"/>
                    <a:pt x="103823" y="371475"/>
                  </a:cubicBezTo>
                  <a:cubicBezTo>
                    <a:pt x="124777" y="398145"/>
                    <a:pt x="143827" y="426720"/>
                    <a:pt x="159068" y="457200"/>
                  </a:cubicBezTo>
                  <a:lnTo>
                    <a:pt x="247650" y="457200"/>
                  </a:lnTo>
                  <a:lnTo>
                    <a:pt x="337185" y="457200"/>
                  </a:lnTo>
                  <a:cubicBezTo>
                    <a:pt x="351473" y="426720"/>
                    <a:pt x="370523" y="398145"/>
                    <a:pt x="392430" y="371475"/>
                  </a:cubicBezTo>
                  <a:cubicBezTo>
                    <a:pt x="406717" y="356235"/>
                    <a:pt x="417195" y="338138"/>
                    <a:pt x="424815" y="319088"/>
                  </a:cubicBezTo>
                  <a:cubicBezTo>
                    <a:pt x="432435" y="298133"/>
                    <a:pt x="437198" y="275273"/>
                    <a:pt x="438150" y="252413"/>
                  </a:cubicBezTo>
                  <a:lnTo>
                    <a:pt x="439103" y="252413"/>
                  </a:lnTo>
                  <a:lnTo>
                    <a:pt x="439103" y="244793"/>
                  </a:lnTo>
                  <a:cubicBezTo>
                    <a:pt x="437198" y="140018"/>
                    <a:pt x="352425" y="57150"/>
                    <a:pt x="248602" y="56197"/>
                  </a:cubicBezTo>
                  <a:close/>
                  <a:moveTo>
                    <a:pt x="247650" y="0"/>
                  </a:moveTo>
                  <a:cubicBezTo>
                    <a:pt x="382905" y="952"/>
                    <a:pt x="492442" y="109538"/>
                    <a:pt x="495300" y="244793"/>
                  </a:cubicBezTo>
                  <a:lnTo>
                    <a:pt x="495300" y="253365"/>
                  </a:lnTo>
                  <a:cubicBezTo>
                    <a:pt x="494348" y="282893"/>
                    <a:pt x="488633" y="311468"/>
                    <a:pt x="478155" y="339090"/>
                  </a:cubicBezTo>
                  <a:cubicBezTo>
                    <a:pt x="468630" y="364808"/>
                    <a:pt x="453390" y="388620"/>
                    <a:pt x="435292" y="409575"/>
                  </a:cubicBezTo>
                  <a:cubicBezTo>
                    <a:pt x="412433" y="434340"/>
                    <a:pt x="387668" y="482918"/>
                    <a:pt x="377190" y="503873"/>
                  </a:cubicBezTo>
                  <a:cubicBezTo>
                    <a:pt x="374333" y="510540"/>
                    <a:pt x="367665" y="514350"/>
                    <a:pt x="360045" y="514350"/>
                  </a:cubicBezTo>
                  <a:lnTo>
                    <a:pt x="135255" y="514350"/>
                  </a:lnTo>
                  <a:cubicBezTo>
                    <a:pt x="127635" y="514350"/>
                    <a:pt x="120968" y="510540"/>
                    <a:pt x="118110" y="503873"/>
                  </a:cubicBezTo>
                  <a:cubicBezTo>
                    <a:pt x="107632" y="482918"/>
                    <a:pt x="82868" y="434340"/>
                    <a:pt x="60007" y="409575"/>
                  </a:cubicBezTo>
                  <a:cubicBezTo>
                    <a:pt x="41910" y="388620"/>
                    <a:pt x="27622" y="364808"/>
                    <a:pt x="17145" y="339090"/>
                  </a:cubicBezTo>
                  <a:cubicBezTo>
                    <a:pt x="6668" y="311468"/>
                    <a:pt x="953" y="282893"/>
                    <a:pt x="0" y="253365"/>
                  </a:cubicBezTo>
                  <a:lnTo>
                    <a:pt x="0" y="244793"/>
                  </a:lnTo>
                  <a:cubicBezTo>
                    <a:pt x="2857" y="109538"/>
                    <a:pt x="112395" y="952"/>
                    <a:pt x="2476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8600">
                  <a:srgbClr val="51A4FF"/>
                </a:gs>
                <a:gs pos="100000">
                  <a:srgbClr val="67AFFF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870671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Bruneau</dc:creator>
  <cp:lastModifiedBy>Guy Bruneau</cp:lastModifiedBy>
  <cp:revision>2</cp:revision>
  <dcterms:created xsi:type="dcterms:W3CDTF">2026-01-01T19:57:23Z</dcterms:created>
  <dcterms:modified xsi:type="dcterms:W3CDTF">2026-01-01T20:16:06Z</dcterms:modified>
</cp:coreProperties>
</file>